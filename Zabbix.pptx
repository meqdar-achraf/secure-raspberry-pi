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Open Sans Bold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Open San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673927" cy="10708316"/>
            <a:chOff x="0" y="0"/>
            <a:chExt cx="2547865" cy="28202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47865" cy="2820297"/>
            </a:xfrm>
            <a:custGeom>
              <a:avLst/>
              <a:gdLst/>
              <a:ahLst/>
              <a:cxnLst/>
              <a:rect l="l" t="t" r="r" b="b"/>
              <a:pathLst>
                <a:path w="2547865" h="2820297">
                  <a:moveTo>
                    <a:pt x="0" y="0"/>
                  </a:moveTo>
                  <a:lnTo>
                    <a:pt x="2547865" y="0"/>
                  </a:lnTo>
                  <a:lnTo>
                    <a:pt x="2547865" y="2820297"/>
                  </a:lnTo>
                  <a:lnTo>
                    <a:pt x="0" y="282029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47865" cy="2858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8036" y="0"/>
            <a:ext cx="9605891" cy="10287000"/>
          </a:xfrm>
          <a:custGeom>
            <a:avLst/>
            <a:gdLst/>
            <a:ahLst/>
            <a:cxnLst/>
            <a:rect l="l" t="t" r="r" b="b"/>
            <a:pathLst>
              <a:path w="9605891" h="10287000">
                <a:moveTo>
                  <a:pt x="0" y="0"/>
                </a:moveTo>
                <a:lnTo>
                  <a:pt x="9605891" y="0"/>
                </a:lnTo>
                <a:lnTo>
                  <a:pt x="960589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176" r="-4517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850820" y="80282"/>
            <a:ext cx="8437180" cy="4145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60"/>
              </a:lnSpc>
            </a:pPr>
            <a:r>
              <a:rPr lang="en-US" sz="59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Installation de Zabbix et Mise en place d’un système d’alertes Email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36914" y="3220811"/>
            <a:ext cx="17259300" cy="444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Zabbix est une solution de supervision open source qui permet de surveiller les serveurs, les machines virtuelles, les réseaux et les services.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Dans ce projet, nous avons installé Zabbix sur une machine virtuelle puis configuré des alertes Email en cas de :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surcharge CPU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surcharge RAM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tentatives de connexion suspectes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04875"/>
            <a:ext cx="7472788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04875"/>
            <a:ext cx="7565380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Objectifs du projet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47228" y="2857545"/>
            <a:ext cx="10167045" cy="316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installer Zabbix server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superviser Raspberry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Détecter les problèmes CPU / RAM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Détecter les tenyatives connexion suspectes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Recevoir des alertes Email / Telegram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896598"/>
            <a:ext cx="163449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Installation </a:t>
            </a: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Zabbix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Agent sur Raspberry Pi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33334" y="3548743"/>
            <a:ext cx="1403066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sudo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apt update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sudo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apt install </a:t>
            </a: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zabbix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-agent -y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974318"/>
            <a:ext cx="10934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Modifier configuration agent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104480" y="5630545"/>
            <a:ext cx="1160212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sudo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nano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/</a:t>
            </a: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etc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zabbix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zabbix_agentd.conf</a:t>
            </a:r>
            <a:endParaRPr lang="en-US" sz="32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080420" y="6282690"/>
            <a:ext cx="1093097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Server=IP_VM_ZABBIX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ServerActive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=IP_VM_ZABBIX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Hostname=</a:t>
            </a: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RaspberryPi</a:t>
            </a:r>
            <a:endParaRPr lang="en-US" sz="32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8163560"/>
            <a:ext cx="79629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Redémarrer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agent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33335" y="8920480"/>
            <a:ext cx="1159226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sudo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systemctl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restart </a:t>
            </a: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zabbix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-agent</a:t>
            </a:r>
          </a:p>
          <a:p>
            <a:pPr>
              <a:lnSpc>
                <a:spcPts val="4480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sudo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systemctl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enable </a:t>
            </a: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zabbix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-agent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3402" y="583927"/>
            <a:ext cx="16472998" cy="2051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79"/>
              </a:lnSpc>
              <a:spcBef>
                <a:spcPct val="0"/>
              </a:spcBef>
            </a:pPr>
            <a:r>
              <a:rPr lang="en-US" sz="56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ÉTAPE 1 : Installation de </a:t>
            </a:r>
            <a:r>
              <a:rPr lang="en-US" sz="56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Zabbix</a:t>
            </a:r>
            <a:r>
              <a:rPr lang="en-US" sz="56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Agent sur           Raspberry Pi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6198" y="914400"/>
            <a:ext cx="1727180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ÉTAPE 2 : </a:t>
            </a:r>
            <a:r>
              <a:rPr lang="en-US" sz="60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Ajouter</a:t>
            </a:r>
            <a:r>
              <a:rPr lang="en-US" sz="6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Raspberry Pi </a:t>
            </a:r>
            <a:r>
              <a:rPr lang="en-US" sz="60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dans</a:t>
            </a:r>
            <a:r>
              <a:rPr lang="en-US" sz="6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60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Zabbix</a:t>
            </a:r>
            <a:endParaRPr lang="en-US" sz="60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361774" y="3448549"/>
            <a:ext cx="12421025" cy="597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Monitoring → Hosts → Create host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93350" y="2641283"/>
            <a:ext cx="9198450" cy="622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79"/>
              </a:lnSpc>
              <a:spcBef>
                <a:spcPct val="0"/>
              </a:spcBef>
            </a:pPr>
            <a:r>
              <a:rPr lang="en-US" sz="36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Dans</a:t>
            </a:r>
            <a:r>
              <a:rPr lang="en-US" sz="36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interface </a:t>
            </a:r>
            <a:r>
              <a:rPr lang="en-US" sz="36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Zabbix</a:t>
            </a:r>
            <a:r>
              <a:rPr lang="en-US" sz="36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93350" y="4252459"/>
            <a:ext cx="16149042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Remplir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85072" y="4980804"/>
            <a:ext cx="12707328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Host name : </a:t>
            </a: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RaspberryPi</a:t>
            </a:r>
            <a:endParaRPr lang="en-US" sz="32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Groups : Linux servers</a:t>
            </a:r>
          </a:p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Interfaces : Agent</a:t>
            </a:r>
          </a:p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IP : IP_RASPBERRY</a:t>
            </a:r>
          </a:p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Port : 10050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Templates : Linux by </a:t>
            </a: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Zabbix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14400"/>
            <a:ext cx="187833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ÉTAPE 3 : </a:t>
            </a:r>
            <a:r>
              <a:rPr lang="en-US" sz="60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Configurer</a:t>
            </a:r>
            <a:r>
              <a:rPr lang="en-US" sz="6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Email SMTP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78844" y="2468835"/>
            <a:ext cx="9751155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Dans</a:t>
            </a:r>
            <a:r>
              <a:rPr lang="en-US" sz="36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Zabbix</a:t>
            </a:r>
            <a:r>
              <a:rPr lang="en-US" sz="36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56856" y="3366906"/>
            <a:ext cx="10940143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Alerts → Media types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78844" y="4262256"/>
            <a:ext cx="7160355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Choisir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42048" y="4786630"/>
            <a:ext cx="13250551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SMTP server : smtp.gmail.com</a:t>
            </a:r>
          </a:p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SMTP port : 587</a:t>
            </a:r>
          </a:p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SMTP </a:t>
            </a: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helo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: gmail.com</a:t>
            </a:r>
          </a:p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SMTP email : votremail@gmail.com</a:t>
            </a:r>
          </a:p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Connection security : STARTTLS</a:t>
            </a:r>
          </a:p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Authentication : Username and password</a:t>
            </a:r>
          </a:p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Username : votremail@gmail.com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Password : </a:t>
            </a:r>
            <a:r>
              <a:rPr lang="en-US" sz="3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mot_de_passe_application</a:t>
            </a:r>
            <a:endParaRPr lang="en-US" sz="32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01055" y="914400"/>
            <a:ext cx="15125402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ÉTAPE 4 : Ajouter votre Email utilisateur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98638" y="2560003"/>
            <a:ext cx="16470362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Users → Admin → Media → Add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98638" y="3566931"/>
            <a:ext cx="1605707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Ajouter 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27522" y="4346620"/>
            <a:ext cx="13488878" cy="2359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Type : Email</a:t>
            </a:r>
          </a:p>
          <a:p>
            <a:pPr algn="just">
              <a:lnSpc>
                <a:spcPts val="4620"/>
              </a:lnSpc>
            </a:pPr>
            <a:r>
              <a:rPr lang="en-US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Send to : votremail@gmail.com</a:t>
            </a:r>
          </a:p>
          <a:p>
            <a:pPr algn="just">
              <a:lnSpc>
                <a:spcPts val="4620"/>
              </a:lnSpc>
            </a:pPr>
            <a:r>
              <a:rPr lang="en-US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When active : 1-7,00:00-24:00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Severity : 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14400"/>
            <a:ext cx="16802100" cy="10065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ÉTAPE 5 : </a:t>
            </a:r>
            <a:r>
              <a:rPr lang="en-US" sz="60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Création</a:t>
            </a:r>
            <a:r>
              <a:rPr lang="en-US" sz="6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des </a:t>
            </a:r>
            <a:r>
              <a:rPr lang="en-US" sz="60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alertes</a:t>
            </a:r>
            <a:r>
              <a:rPr lang="en-US" sz="6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256291"/>
            <a:ext cx="9258300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CPU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21524" y="3406276"/>
            <a:ext cx="16633276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monitoring → Hosts → </a:t>
            </a: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RaspberryPi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→ Triggers → Create Trigger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21524" y="6118928"/>
            <a:ext cx="16328476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Expression : </a:t>
            </a: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avg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(/</a:t>
            </a: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rasperry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system.cpu.util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[,system],5:now-1h)&gt;85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21524" y="4286386"/>
            <a:ext cx="10994476" cy="600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 : CPU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21524" y="5202657"/>
            <a:ext cx="9319362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Severity : High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21524" y="7309485"/>
            <a:ext cx="14949367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Cette expression signifie que </a:t>
            </a:r>
            <a:r>
              <a:rPr lang="en-US" sz="3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 la moyenne d’utilisation CPU système du Raspberry Pi (sur 5 valeurs prises il y a 1 heure) est supérieure à 85%, alors Zabbix déclenche une alerte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14400"/>
            <a:ext cx="171069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ÉTAPE 5 : </a:t>
            </a:r>
            <a:r>
              <a:rPr lang="en-US" sz="60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Création</a:t>
            </a:r>
            <a:r>
              <a:rPr lang="en-US" sz="6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des </a:t>
            </a:r>
            <a:r>
              <a:rPr lang="en-US" sz="60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alertes</a:t>
            </a:r>
            <a:r>
              <a:rPr lang="en-US" sz="6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475185"/>
            <a:ext cx="7810500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58238" y="3578815"/>
            <a:ext cx="16720361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monitoring → Hosts → </a:t>
            </a: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RaspberryPi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→ Triggers → Create Trigger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58238" y="4754200"/>
            <a:ext cx="7423961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 : RAM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58239" y="5586685"/>
            <a:ext cx="8049816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Severity : Warning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58238" y="6419170"/>
            <a:ext cx="17253761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Expression : last(/</a:t>
            </a: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rasperry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/vm.memory.utilization,#1)&gt;90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14600" y="7604080"/>
            <a:ext cx="14701061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cette expression sigifie que </a:t>
            </a:r>
            <a:r>
              <a:rPr lang="en-US" sz="3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 la dernière mesure d’utilisation de la RAM du Raspberry Pi est supérieure à 90%, alors Zabbix envoie une alerte.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58892" y="914400"/>
            <a:ext cx="16138507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ÉTAPE 5 : </a:t>
            </a:r>
            <a:r>
              <a:rPr lang="en-US" sz="60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Création</a:t>
            </a:r>
            <a:r>
              <a:rPr lang="en-US" sz="6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des </a:t>
            </a:r>
            <a:r>
              <a:rPr lang="en-US" sz="60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alertes</a:t>
            </a:r>
            <a:r>
              <a:rPr lang="en-US" sz="6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58892" y="2009276"/>
            <a:ext cx="14843107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tentatives</a:t>
            </a:r>
            <a:r>
              <a:rPr lang="en-US" sz="51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se </a:t>
            </a:r>
            <a:r>
              <a:rPr lang="en-US" sz="51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connexion</a:t>
            </a:r>
            <a:endParaRPr lang="en-US" sz="51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420573" y="3020196"/>
            <a:ext cx="8628427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sur raspberry pi 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59714" y="3566931"/>
            <a:ext cx="10080086" cy="600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sudo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apt install fail2ban -y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59714" y="4113666"/>
            <a:ext cx="10918286" cy="600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sudo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systemctl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enable fail2ban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59714" y="4660402"/>
            <a:ext cx="9546686" cy="600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sudo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systemctl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start fail2ban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23336" y="6296797"/>
            <a:ext cx="16102863" cy="597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Collection → Hosts → </a:t>
            </a: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rasperry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→ Items → Create item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35951" y="5750062"/>
            <a:ext cx="6173157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Dans Zabbix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10829" y="7034032"/>
            <a:ext cx="9743171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 :SSH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10828" y="7508377"/>
            <a:ext cx="10428971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Type : </a:t>
            </a:r>
            <a:r>
              <a:rPr lang="en-US" sz="3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Zabbix</a:t>
            </a:r>
            <a:r>
              <a:rPr lang="en-US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agent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10829" y="8005582"/>
            <a:ext cx="13324571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Key : log[/</a:t>
            </a:r>
            <a:r>
              <a:rPr lang="en-US" sz="3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var</a:t>
            </a:r>
            <a:r>
              <a:rPr lang="en-US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/log/</a:t>
            </a:r>
            <a:r>
              <a:rPr lang="en-US" sz="3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auth.log,Failed</a:t>
            </a:r>
            <a:r>
              <a:rPr lang="en-US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password]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10829" y="8502787"/>
            <a:ext cx="8371571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Type of information : log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4108" y="914400"/>
            <a:ext cx="15473692" cy="10065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ÉTAPE 5 : </a:t>
            </a:r>
            <a:r>
              <a:rPr lang="en-US" sz="60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Création</a:t>
            </a:r>
            <a:r>
              <a:rPr lang="en-US" sz="6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des </a:t>
            </a:r>
            <a:r>
              <a:rPr lang="en-US" sz="60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alertes</a:t>
            </a:r>
            <a:endParaRPr lang="en-US" sz="60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2112622"/>
            <a:ext cx="15659100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tentatives</a:t>
            </a:r>
            <a:r>
              <a:rPr lang="en-US" sz="51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se </a:t>
            </a:r>
            <a:r>
              <a:rPr lang="en-US" sz="51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connexion</a:t>
            </a:r>
            <a:endParaRPr lang="en-US" sz="51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341608" y="3197815"/>
            <a:ext cx="15184391" cy="597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Hosts → </a:t>
            </a: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rasperry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→ Triggers → Create trigger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01276" y="4011250"/>
            <a:ext cx="11633724" cy="600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name : tentative de </a:t>
            </a: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connexion</a:t>
            </a:r>
            <a:endParaRPr lang="en-US" sz="3599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01276" y="4557985"/>
            <a:ext cx="8509524" cy="600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Severity : High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01276" y="5076825"/>
            <a:ext cx="17501124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Expression : count(/</a:t>
            </a: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rasperry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/log[/</a:t>
            </a: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var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/log/</a:t>
            </a: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auth.log,Failed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password],5m)&gt;5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01276" y="6709410"/>
            <a:ext cx="14124214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Cette expression signifie que</a:t>
            </a:r>
            <a:r>
              <a:rPr lang="en-US" sz="32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si plus de 5 tentatives de connexion échouées sont enregistrées en 5 minutes, alors Zabbix déclenche une alerte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14400"/>
            <a:ext cx="15673834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ÉTAPE 6 : Créer action Email automatique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65860" y="2381386"/>
            <a:ext cx="17126939" cy="597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Alerts → Actions → Trigger actions → Create action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39636" y="4014652"/>
            <a:ext cx="15867364" cy="600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 : alert CPU RAM SSH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39636" y="5095467"/>
            <a:ext cx="11673334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condition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82284" y="5647917"/>
            <a:ext cx="8628715" cy="600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Severity &gt;= High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39636" y="6747102"/>
            <a:ext cx="10152364" cy="600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operation 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70048" y="7360512"/>
            <a:ext cx="10807952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Send message to Users : Admin</a:t>
            </a:r>
          </a:p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Send only to : Email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18568" y="914400"/>
            <a:ext cx="13264232" cy="10065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ÉTAPE 7 : Tester </a:t>
            </a:r>
            <a:r>
              <a:rPr lang="en-US" sz="60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alertes</a:t>
            </a:r>
            <a:endParaRPr lang="en-US" sz="60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319550" y="6086237"/>
            <a:ext cx="12615650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Depuis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autre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machine :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Faire </a:t>
            </a: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plusieurs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mauvais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mots de </a:t>
            </a: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passe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SSH.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06396" y="2381386"/>
            <a:ext cx="8942604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 RAM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6396" y="5539502"/>
            <a:ext cx="9507768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 SSH 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69146" y="3783092"/>
            <a:ext cx="10318254" cy="600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stress --</a:t>
            </a: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vm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1 --</a:t>
            </a:r>
            <a:r>
              <a:rPr lang="en-US" sz="3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vm</a:t>
            </a: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-bytes 500M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22141" y="3083957"/>
            <a:ext cx="939365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sur raspberry pi 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573</Words>
  <Application>Microsoft Office PowerPoint</Application>
  <PresentationFormat>Personnalisé</PresentationFormat>
  <Paragraphs>102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Open Sans Bold</vt:lpstr>
      <vt:lpstr>Calibri</vt:lpstr>
      <vt:lpstr>Open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Installation de Zabbix et Mise en place d’un système d’alertes Email</dc:title>
  <cp:lastModifiedBy>DELL</cp:lastModifiedBy>
  <cp:revision>2</cp:revision>
  <dcterms:created xsi:type="dcterms:W3CDTF">2006-08-16T00:00:00Z</dcterms:created>
  <dcterms:modified xsi:type="dcterms:W3CDTF">2026-05-04T15:03:35Z</dcterms:modified>
  <dc:identifier>DAHIUg0OtWU</dc:identifier>
</cp:coreProperties>
</file>